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05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85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041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66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5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290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68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62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611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680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E52EA-B857-4AA9-9627-8B30F249A325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F0113-2353-4DA1-AEAA-8BF63470B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698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Introduccion</a:t>
            </a:r>
            <a:r>
              <a:rPr lang="en-US" dirty="0" smtClean="0"/>
              <a:t> a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redes</a:t>
            </a:r>
            <a:r>
              <a:rPr lang="en-US" dirty="0" smtClean="0"/>
              <a:t> ccna1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Comandos</a:t>
            </a:r>
            <a:r>
              <a:rPr lang="en-US" dirty="0" smtClean="0"/>
              <a:t> de red en el </a:t>
            </a:r>
            <a:r>
              <a:rPr lang="en-US" dirty="0" err="1" smtClean="0"/>
              <a:t>cmd</a:t>
            </a:r>
            <a:r>
              <a:rPr lang="en-US" dirty="0" smtClean="0"/>
              <a:t> de windows </a:t>
            </a:r>
          </a:p>
          <a:p>
            <a:endParaRPr lang="en-US" dirty="0"/>
          </a:p>
          <a:p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12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Comando</a:t>
            </a:r>
            <a:r>
              <a:rPr lang="en-US" dirty="0" smtClean="0"/>
              <a:t> </a:t>
            </a:r>
            <a:r>
              <a:rPr lang="en-US" dirty="0" err="1" smtClean="0"/>
              <a:t>netsh</a:t>
            </a:r>
            <a:r>
              <a:rPr lang="en-US" dirty="0" smtClean="0"/>
              <a:t> </a:t>
            </a:r>
            <a:endParaRPr lang="es-E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426996"/>
            <a:ext cx="6172200" cy="1994482"/>
          </a:xfrm>
          <a:prstGeom prst="rect">
            <a:avLst/>
          </a:prstGeom>
        </p:spPr>
      </p:pic>
      <p:sp>
        <p:nvSpPr>
          <p:cNvPr id="5" name="Marcador de texto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Se </a:t>
            </a:r>
            <a:r>
              <a:rPr lang="en-US" dirty="0" err="1" smtClean="0"/>
              <a:t>utiliza</a:t>
            </a:r>
            <a:r>
              <a:rPr lang="en-US" dirty="0" smtClean="0"/>
              <a:t> para </a:t>
            </a:r>
            <a:r>
              <a:rPr lang="en-US" dirty="0" err="1" smtClean="0"/>
              <a:t>entrar</a:t>
            </a:r>
            <a:r>
              <a:rPr lang="en-US" dirty="0" smtClean="0"/>
              <a:t> al </a:t>
            </a:r>
            <a:r>
              <a:rPr lang="en-US" dirty="0" err="1" smtClean="0"/>
              <a:t>modo</a:t>
            </a:r>
            <a:r>
              <a:rPr lang="en-US" dirty="0" smtClean="0"/>
              <a:t> de </a:t>
            </a:r>
            <a:r>
              <a:rPr lang="en-US" dirty="0" err="1" smtClean="0"/>
              <a:t>administracion</a:t>
            </a:r>
            <a:r>
              <a:rPr lang="en-US" dirty="0" smtClean="0"/>
              <a:t> de </a:t>
            </a:r>
            <a:r>
              <a:rPr lang="en-US" dirty="0" err="1" smtClean="0"/>
              <a:t>redes</a:t>
            </a:r>
            <a:r>
              <a:rPr lang="en-U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181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/>
              <a:t>Comando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netsh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wlan</a:t>
            </a:r>
            <a:endParaRPr lang="es-ES" sz="3600" b="1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Se </a:t>
            </a:r>
            <a:r>
              <a:rPr lang="en-US" sz="2000" dirty="0" err="1" smtClean="0"/>
              <a:t>utiliza</a:t>
            </a:r>
            <a:r>
              <a:rPr lang="en-US" sz="2000" dirty="0" smtClean="0"/>
              <a:t> para </a:t>
            </a:r>
            <a:r>
              <a:rPr lang="en-US" sz="2000" dirty="0" err="1" smtClean="0"/>
              <a:t>entrar</a:t>
            </a:r>
            <a:r>
              <a:rPr lang="en-US" sz="2000" dirty="0" smtClean="0"/>
              <a:t> al </a:t>
            </a:r>
            <a:r>
              <a:rPr lang="en-US" sz="2000" dirty="0" err="1" smtClean="0"/>
              <a:t>modo</a:t>
            </a:r>
            <a:r>
              <a:rPr lang="en-US" sz="2000" dirty="0" smtClean="0"/>
              <a:t> </a:t>
            </a:r>
            <a:r>
              <a:rPr lang="en-US" sz="2000" dirty="0" err="1" smtClean="0"/>
              <a:t>administracion</a:t>
            </a:r>
            <a:r>
              <a:rPr lang="en-US" sz="2000" dirty="0" smtClean="0"/>
              <a:t> de </a:t>
            </a:r>
            <a:r>
              <a:rPr lang="en-US" sz="2000" dirty="0" err="1" smtClean="0"/>
              <a:t>redes</a:t>
            </a:r>
            <a:r>
              <a:rPr lang="en-US" sz="2000" dirty="0" smtClean="0"/>
              <a:t> </a:t>
            </a:r>
            <a:endParaRPr lang="es-ES" sz="2000" dirty="0"/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1826" y="1372569"/>
            <a:ext cx="6172200" cy="25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1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Comando</a:t>
            </a:r>
            <a:r>
              <a:rPr lang="en-US" dirty="0" smtClean="0"/>
              <a:t> </a:t>
            </a:r>
            <a:r>
              <a:rPr lang="en-US" dirty="0" err="1" smtClean="0"/>
              <a:t>netsh</a:t>
            </a:r>
            <a:r>
              <a:rPr lang="en-US" dirty="0" smtClean="0"/>
              <a:t> </a:t>
            </a:r>
            <a:r>
              <a:rPr lang="en-US" dirty="0" err="1" smtClean="0"/>
              <a:t>wlan</a:t>
            </a:r>
            <a:r>
              <a:rPr lang="en-US" dirty="0" smtClean="0"/>
              <a:t> show  profile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40" y="987424"/>
            <a:ext cx="6393968" cy="4873625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904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Comando</a:t>
            </a:r>
            <a:r>
              <a:rPr lang="en-US" b="1" dirty="0" smtClean="0"/>
              <a:t> </a:t>
            </a:r>
            <a:r>
              <a:rPr lang="en-US" b="1" dirty="0" err="1" smtClean="0"/>
              <a:t>netsh</a:t>
            </a:r>
            <a:r>
              <a:rPr lang="en-US" b="1" dirty="0" smtClean="0"/>
              <a:t> </a:t>
            </a:r>
            <a:r>
              <a:rPr lang="en-US" b="1" dirty="0" err="1" smtClean="0"/>
              <a:t>wlan</a:t>
            </a:r>
            <a:r>
              <a:rPr lang="en-US" b="1" dirty="0" smtClean="0"/>
              <a:t> show  profile ={</a:t>
            </a:r>
            <a:r>
              <a:rPr lang="en-US" b="1" dirty="0" err="1" smtClean="0"/>
              <a:t>nombre</a:t>
            </a:r>
            <a:r>
              <a:rPr lang="en-US" b="1" dirty="0" smtClean="0"/>
              <a:t> de la red </a:t>
            </a:r>
            <a:r>
              <a:rPr lang="en-US" b="1" dirty="0" err="1" smtClean="0"/>
              <a:t>wifi</a:t>
            </a:r>
            <a:r>
              <a:rPr lang="en-US" b="1" dirty="0" smtClean="0"/>
              <a:t>} key=clear</a:t>
            </a:r>
            <a:endParaRPr lang="es-ES" b="1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9724" y="362742"/>
            <a:ext cx="4914123" cy="3109111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Se </a:t>
            </a:r>
            <a:r>
              <a:rPr lang="en-US" sz="2400" dirty="0" err="1" smtClean="0"/>
              <a:t>utiliza</a:t>
            </a:r>
            <a:r>
              <a:rPr lang="en-US" sz="2400" dirty="0" smtClean="0"/>
              <a:t> par </a:t>
            </a:r>
            <a:r>
              <a:rPr lang="en-US" sz="2400" dirty="0" err="1" smtClean="0"/>
              <a:t>ver</a:t>
            </a:r>
            <a:r>
              <a:rPr lang="en-US" sz="2400" dirty="0" smtClean="0"/>
              <a:t> la red </a:t>
            </a:r>
            <a:r>
              <a:rPr lang="en-US" sz="2400" dirty="0" err="1" smtClean="0"/>
              <a:t>detallada</a:t>
            </a:r>
            <a:r>
              <a:rPr lang="en-US" sz="2400" dirty="0" smtClean="0"/>
              <a:t> del </a:t>
            </a:r>
            <a:r>
              <a:rPr lang="en-US" sz="2400" dirty="0" err="1" smtClean="0"/>
              <a:t>perfil</a:t>
            </a:r>
            <a:r>
              <a:rPr lang="en-US" sz="2400" dirty="0" smtClean="0"/>
              <a:t> de red </a:t>
            </a:r>
            <a:r>
              <a:rPr lang="en-US" sz="2400" dirty="0" err="1" smtClean="0"/>
              <a:t>selecionado</a:t>
            </a:r>
            <a:endParaRPr lang="es-ES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15" y="3574713"/>
            <a:ext cx="4109936" cy="31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96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67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Introduccion a las redes ccna1</vt:lpstr>
      <vt:lpstr>Comando netsh </vt:lpstr>
      <vt:lpstr>Comando netsh wlan</vt:lpstr>
      <vt:lpstr>Comando netsh wlan show  profile </vt:lpstr>
      <vt:lpstr>Comando netsh wlan show  profile ={nombre de la red wifi} key=clear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ccna1</dc:title>
  <dc:creator>gelabert07</dc:creator>
  <cp:lastModifiedBy>gelabert07</cp:lastModifiedBy>
  <cp:revision>5</cp:revision>
  <dcterms:created xsi:type="dcterms:W3CDTF">2026-01-19T16:18:33Z</dcterms:created>
  <dcterms:modified xsi:type="dcterms:W3CDTF">2026-01-20T14:04:54Z</dcterms:modified>
</cp:coreProperties>
</file>